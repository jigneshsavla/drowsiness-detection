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Medi-Caps University, Indore</a:t>
            </a:r>
          </a:p>
          <a:p/>
          <a:p>
            <a:r>
              <a:t>Department of Computer Science and Engineering</a:t>
            </a:r>
          </a:p>
          <a:p/>
          <a:p/>
          <a:p>
            <a:pPr>
              <a:defRPr sz="2800" b="1">
                <a:solidFill>
                  <a:srgbClr val="003366"/>
                </a:solidFill>
              </a:defRPr>
            </a:pPr>
            <a:r>
              <a:t>Project Report On</a:t>
            </a:r>
            <a:br/>
            <a:r>
              <a:t>DROWSINESS DETECTION SYSTEM USING COMPUTER VISION</a:t>
            </a:r>
          </a:p>
          <a:p>
            <a:br/>
            <a:pPr>
              <a:defRPr sz="2000">
                <a:solidFill>
                  <a:srgbClr val="003366"/>
                </a:solidFill>
              </a:defRPr>
            </a:pPr>
            <a:r>
              <a:t>Submitted By:</a:t>
            </a:r>
            <a:br/>
            <a:r>
              <a:t>Jignesh Savla (EN22CS303025)</a:t>
            </a:r>
            <a:br/>
            <a:r>
              <a:t>Lucky Yadav (EN22CS303030)</a:t>
            </a:r>
            <a:br/>
            <a:br/>
            <a:r>
              <a:t>Guides:</a:t>
            </a:r>
            <a:br/>
            <a:r>
              <a:t>Mandakini Ingle, Rahul Choudhary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003366"/>
                </a:solidFill>
                <a:latin typeface="Calibri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003366"/>
                </a:solidFill>
                <a:latin typeface="Calibri"/>
              </a:rPr>
              <a:t>• Detect driver drowsiness using real-time video.</a:t>
            </a:r>
          </a:p>
          <a:p>
            <a:r>
              <a:rPr sz="2200">
                <a:solidFill>
                  <a:srgbClr val="003366"/>
                </a:solidFill>
                <a:latin typeface="Calibri"/>
              </a:rPr>
              <a:t>• Prevent accidents by alerting the driver.</a:t>
            </a:r>
          </a:p>
          <a:p>
            <a:r>
              <a:rPr sz="2200">
                <a:solidFill>
                  <a:srgbClr val="003366"/>
                </a:solidFill>
                <a:latin typeface="Calibri"/>
              </a:rPr>
              <a:t>• Uses computer vision and machine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003366"/>
                </a:solidFill>
                <a:latin typeface="Calibri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003366"/>
                </a:solidFill>
                <a:latin typeface="Calibri"/>
              </a:rPr>
              <a:t>• Detect closed eyes or yawning.</a:t>
            </a:r>
          </a:p>
          <a:p>
            <a:r>
              <a:rPr sz="2200">
                <a:solidFill>
                  <a:srgbClr val="003366"/>
                </a:solidFill>
                <a:latin typeface="Calibri"/>
              </a:rPr>
              <a:t>• Generate alert sound when fatigue is detected.</a:t>
            </a:r>
          </a:p>
          <a:p>
            <a:r>
              <a:rPr sz="2200">
                <a:solidFill>
                  <a:srgbClr val="003366"/>
                </a:solidFill>
                <a:latin typeface="Calibri"/>
              </a:rPr>
              <a:t>• Improve road safety through automation.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003366"/>
                </a:solidFill>
                <a:latin typeface="Calibri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003366"/>
                </a:solidFill>
                <a:latin typeface="Calibri"/>
              </a:rPr>
              <a:t>• Manual observation or simple alarm systems.</a:t>
            </a:r>
          </a:p>
          <a:p>
            <a:r>
              <a:rPr sz="2200">
                <a:solidFill>
                  <a:srgbClr val="003366"/>
                </a:solidFill>
                <a:latin typeface="Calibri"/>
              </a:rPr>
              <a:t>• Lack of automation.</a:t>
            </a:r>
          </a:p>
          <a:p>
            <a:r>
              <a:rPr sz="2200">
                <a:solidFill>
                  <a:srgbClr val="003366"/>
                </a:solidFill>
                <a:latin typeface="Calibri"/>
              </a:rPr>
              <a:t>• High risk due to delayed response.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003366"/>
                </a:solidFill>
                <a:latin typeface="Calibri"/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003366"/>
                </a:solidFill>
                <a:latin typeface="Calibri"/>
              </a:rPr>
              <a:t>• Detects drowsiness through webcam.</a:t>
            </a:r>
          </a:p>
          <a:p>
            <a:r>
              <a:rPr sz="2200">
                <a:solidFill>
                  <a:srgbClr val="003366"/>
                </a:solidFill>
                <a:latin typeface="Calibri"/>
              </a:rPr>
              <a:t>• Monitors eyes, yawning, and face position.</a:t>
            </a:r>
          </a:p>
          <a:p>
            <a:r>
              <a:rPr sz="2200">
                <a:solidFill>
                  <a:srgbClr val="003366"/>
                </a:solidFill>
                <a:latin typeface="Calibri"/>
              </a:rPr>
              <a:t>• Uses OpenCV, Dlib, and Python.</a:t>
            </a:r>
          </a:p>
          <a:p>
            <a:r>
              <a:rPr sz="2200">
                <a:solidFill>
                  <a:srgbClr val="003366"/>
                </a:solidFill>
                <a:latin typeface="Calibri"/>
              </a:rPr>
              <a:t>• Alerts in real-time.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003366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003366"/>
                </a:solidFill>
                <a:latin typeface="Calibri"/>
              </a:rPr>
              <a:t>• Input: Camera feed.</a:t>
            </a:r>
          </a:p>
          <a:p>
            <a:r>
              <a:rPr sz="2200">
                <a:solidFill>
                  <a:srgbClr val="003366"/>
                </a:solidFill>
                <a:latin typeface="Calibri"/>
              </a:rPr>
              <a:t>• Processing: Face and eye detection using ML.</a:t>
            </a:r>
          </a:p>
          <a:p>
            <a:r>
              <a:rPr sz="2200">
                <a:solidFill>
                  <a:srgbClr val="003366"/>
                </a:solidFill>
                <a:latin typeface="Calibri"/>
              </a:rPr>
              <a:t>• Output: Alarm if driver is drowsy.</a:t>
            </a:r>
          </a:p>
          <a:p>
            <a:r>
              <a:rPr sz="2200">
                <a:solidFill>
                  <a:srgbClr val="003366"/>
                </a:solidFill>
                <a:latin typeface="Calibri"/>
              </a:rPr>
              <a:t>• Database: Logs events for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003366"/>
                </a:solidFill>
                <a:latin typeface="Calibri"/>
              </a:rP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003366"/>
                </a:solidFill>
                <a:latin typeface="Calibri"/>
              </a:rPr>
              <a:t>• Normalized structure.</a:t>
            </a:r>
          </a:p>
          <a:p>
            <a:r>
              <a:rPr sz="2200">
                <a:solidFill>
                  <a:srgbClr val="003366"/>
                </a:solidFill>
                <a:latin typeface="Calibri"/>
              </a:rPr>
              <a:t>• Handles data redundancy.</a:t>
            </a:r>
          </a:p>
          <a:p>
            <a:r>
              <a:rPr sz="2200">
                <a:solidFill>
                  <a:srgbClr val="003366"/>
                </a:solidFill>
                <a:latin typeface="Calibri"/>
              </a:rPr>
              <a:t>• ER diagram connects all entities clearly.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003366"/>
                </a:solidFill>
                <a:latin typeface="Calibri"/>
              </a:rPr>
              <a:t>GUI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003366"/>
                </a:solidFill>
                <a:latin typeface="Calibri"/>
              </a:rPr>
              <a:t>• Start/Stop buttons for monitoring.</a:t>
            </a:r>
          </a:p>
          <a:p>
            <a:r>
              <a:rPr sz="2200">
                <a:solidFill>
                  <a:srgbClr val="003366"/>
                </a:solidFill>
                <a:latin typeface="Calibri"/>
              </a:rPr>
              <a:t>• Real-time display.</a:t>
            </a:r>
          </a:p>
          <a:p>
            <a:r>
              <a:rPr sz="2200">
                <a:solidFill>
                  <a:srgbClr val="003366"/>
                </a:solidFill>
                <a:latin typeface="Calibri"/>
              </a:rPr>
              <a:t>• User-friendly and minimalistic design.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003366"/>
                </a:solidFill>
                <a:latin typeface="Calibri"/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003366"/>
                </a:solidFill>
                <a:latin typeface="Calibri"/>
              </a:rPr>
              <a:t>• Accurate eye closure detection.</a:t>
            </a:r>
          </a:p>
          <a:p>
            <a:r>
              <a:rPr sz="2200">
                <a:solidFill>
                  <a:srgbClr val="003366"/>
                </a:solidFill>
                <a:latin typeface="Calibri"/>
              </a:rPr>
              <a:t>• Fast alert generation.</a:t>
            </a:r>
          </a:p>
          <a:p>
            <a:r>
              <a:rPr sz="2200">
                <a:solidFill>
                  <a:srgbClr val="003366"/>
                </a:solidFill>
                <a:latin typeface="Calibri"/>
              </a:rPr>
              <a:t>• Improved accuracy and usability.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003366"/>
                </a:solidFill>
                <a:latin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003366"/>
                </a:solidFill>
                <a:latin typeface="Calibri"/>
              </a:rPr>
              <a:t>• Drowsiness detection helps prevent accidents.</a:t>
            </a:r>
          </a:p>
          <a:p>
            <a:r>
              <a:rPr sz="2200">
                <a:solidFill>
                  <a:srgbClr val="003366"/>
                </a:solidFill>
                <a:latin typeface="Calibri"/>
              </a:rPr>
              <a:t>• Enhances driver safety.</a:t>
            </a:r>
          </a:p>
          <a:p>
            <a:r>
              <a:rPr sz="2200">
                <a:solidFill>
                  <a:srgbClr val="003366"/>
                </a:solidFill>
                <a:latin typeface="Calibri"/>
              </a:rPr>
              <a:t>• Can be extended with IoT and mobile alerts.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003366"/>
                </a:solidFill>
                <a:latin typeface="Calibri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003366"/>
                </a:solidFill>
                <a:latin typeface="Calibri"/>
              </a:rPr>
              <a:t>Medi-Caps University, Indore</a:t>
            </a:r>
          </a:p>
          <a:p>
            <a:r>
              <a:rPr sz="2200">
                <a:solidFill>
                  <a:srgbClr val="003366"/>
                </a:solidFill>
                <a:latin typeface="Calibri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